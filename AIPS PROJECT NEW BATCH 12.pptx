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6" r:id="rId9"/>
    <p:sldId id="267" r:id="rId10"/>
    <p:sldId id="261" r:id="rId11"/>
    <p:sldId id="262" r:id="rId12"/>
    <p:sldId id="263" r:id="rId13"/>
    <p:sldId id="264" r:id="rId14"/>
    <p:sldId id="265" r:id="rId15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1drv.ms/x/c/9f563ff484e75610/IQA8QGd-04vPRqyB4lVMGXOkAS4TfMWQRYAclklc5sh8Zfo?e=2BdTKr" TargetMode="Externa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subTitle" idx="4294967295"/>
          </p:nvPr>
        </p:nvSpPr>
        <p:spPr>
          <a:xfrm>
            <a:off x="831850" y="3297811"/>
            <a:ext cx="11016139" cy="2496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                                                           GUIDED BY 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KAVILAKSHMI B</a:t>
            </a:r>
            <a:r>
              <a:rPr lang="en-US" sz="18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-2403811724322045                        </a:t>
            </a:r>
            <a:r>
              <a:rPr lang="en-US" sz="1800" b="1" i="0" u="none" strike="noStrike" cap="none" dirty="0" err="1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Mr.A.JOSHUA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ISSAC.M.E.,</a:t>
            </a: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(PhD).,</a:t>
            </a:r>
            <a:endParaRPr lang="fi-FI"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KAVIN ADHITHYA A S                     </a:t>
            </a:r>
            <a:r>
              <a:rPr lang="fi-FI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-2403811724321046                                     AP</a:t>
            </a:r>
            <a:r>
              <a:rPr lang="fi-FI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</a:t>
            </a:r>
            <a:r>
              <a:rPr lang="fi-FI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AIDS</a:t>
            </a: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KAVITHA P              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- 2403811724322047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70000"/>
              </a:lnSpc>
              <a:spcBef>
                <a:spcPts val="365"/>
              </a:spcBef>
              <a:buSzPts val="1800"/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KAVIYA K                                            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- 2403811724322048                       </a:t>
            </a: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1679575" y="526338"/>
            <a:ext cx="8437500" cy="26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K.RAMAKRISHNAN COLLEGE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endParaRPr sz="2700" b="1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3B9D57-2BBB-A942-06D1-DC498B578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03245"/>
              </p:ext>
            </p:extLst>
          </p:nvPr>
        </p:nvGraphicFramePr>
        <p:xfrm>
          <a:off x="1252853" y="1578014"/>
          <a:ext cx="10023158" cy="1285797"/>
        </p:xfrm>
        <a:graphic>
          <a:graphicData uri="http://schemas.openxmlformats.org/drawingml/2006/table">
            <a:tbl>
              <a:tblPr/>
              <a:tblGrid>
                <a:gridCol w="10023158">
                  <a:extLst>
                    <a:ext uri="{9D8B030D-6E8A-4147-A177-3AD203B41FA5}">
                      <a16:colId xmlns:a16="http://schemas.microsoft.com/office/drawing/2014/main" val="1781862799"/>
                    </a:ext>
                  </a:extLst>
                </a:gridCol>
              </a:tblGrid>
              <a:tr h="128579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2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Robust Representation Learning Approach for Privacy-Preserving Machine Learning Using a Multi-Objective Autoencoder”</a:t>
                      </a:r>
                      <a:endParaRPr lang="en-IN" sz="2600" b="1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0586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30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985548" y="1556792"/>
            <a:ext cx="10520363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>
              <a:lnSpc>
                <a:spcPct val="150000"/>
              </a:lnSpc>
              <a:spcBef>
                <a:spcPts val="325"/>
              </a:spcBef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Research methodology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Existing system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Proposed system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Conclusion </a:t>
            </a:r>
          </a:p>
          <a:p>
            <a:pPr marL="457200" lvl="0" indent="-355600" algn="just">
              <a:lnSpc>
                <a:spcPct val="150000"/>
              </a:lnSpc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Future enhancement</a:t>
            </a: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1642500" y="2089950"/>
            <a:ext cx="92391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Protects sensitive data during machine learning.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Multi-Objective Autoencoder for feature learning.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Balances privacy, data utility, and model accuracy.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leakage of confidential information.</a:t>
            </a:r>
          </a:p>
          <a:p>
            <a:pPr marL="457200" lvl="0" indent="-355600" algn="just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healthcare, finance, and smart applications.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2351584" y="1844824"/>
            <a:ext cx="77049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user privacy in machine learning.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robust and meaningful data representations.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sensitive information leakage.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high prediction accuracy.</a:t>
            </a:r>
          </a:p>
          <a:p>
            <a:pPr marL="457200" lvl="0" indent="-361950">
              <a:lnSpc>
                <a:spcPct val="200000"/>
              </a:lnSpc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secure AI applications.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625" y="1459600"/>
            <a:ext cx="4823826" cy="50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DAB0B4-6C21-A250-2902-39DF269FB8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86" t="12445" r="2589"/>
          <a:stretch>
            <a:fillRect/>
          </a:stretch>
        </p:blipFill>
        <p:spPr>
          <a:xfrm>
            <a:off x="1898650" y="1271588"/>
            <a:ext cx="8280903" cy="5118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7A27-8AAB-6506-41AE-FC430E37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718"/>
            <a:ext cx="10971213" cy="1143000"/>
          </a:xfrm>
        </p:spPr>
        <p:txBody>
          <a:bodyPr/>
          <a:lstStyle/>
          <a:p>
            <a:r>
              <a:rPr lang="en-US" sz="4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LITERATURE SURVEY         </a:t>
            </a:r>
            <a:endParaRPr lang="en-IN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1DF19-8981-AE85-2D37-C726F428B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387283"/>
            <a:ext cx="10971213" cy="1524317"/>
          </a:xfrm>
        </p:spPr>
        <p:txBody>
          <a:bodyPr/>
          <a:lstStyle/>
          <a:p>
            <a:r>
              <a:rPr lang="en-IN" dirty="0" err="1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Literature_Survey_Robust_Privacy_Preserving_ML_Final</a:t>
            </a:r>
            <a:r>
              <a:rPr lang="en-IN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 gpt.xlsx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5" name="Google Shape;252;p5">
            <a:extLst>
              <a:ext uri="{FF2B5EF4-FFF2-40B4-BE49-F238E27FC236}">
                <a16:creationId xmlns:a16="http://schemas.microsoft.com/office/drawing/2014/main" id="{E74BFF70-918C-D963-2347-84C5E6E1EF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53;p5">
            <a:extLst>
              <a:ext uri="{FF2B5EF4-FFF2-40B4-BE49-F238E27FC236}">
                <a16:creationId xmlns:a16="http://schemas.microsoft.com/office/drawing/2014/main" id="{820C783E-9197-83F6-BC69-C3716B88C4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165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A96E-5F49-0632-A34F-99F368FF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RESEARCH METHODOLOGY  </a:t>
            </a:r>
            <a:endParaRPr lang="en-IN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76B8C-CAC9-C04D-EEC8-E50AA2640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18323"/>
            <a:ext cx="10971213" cy="3975100"/>
          </a:xfrm>
        </p:spPr>
        <p:txBody>
          <a:bodyPr/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the dataset by handling missing values and normalizing features.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sensitive and non-sensitive attributes in the dataset.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Autoencoder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a robust latent representation.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reconstruction, privacy, and robustness objectives simultaneously.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learned privacy-preserving representation for machine-learning prediction.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based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privacy protection, and robustness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  <p:pic>
        <p:nvPicPr>
          <p:cNvPr id="5" name="Google Shape;252;p5">
            <a:extLst>
              <a:ext uri="{FF2B5EF4-FFF2-40B4-BE49-F238E27FC236}">
                <a16:creationId xmlns:a16="http://schemas.microsoft.com/office/drawing/2014/main" id="{09F91933-7173-3486-0CD0-0594306D6C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3;p5">
            <a:extLst>
              <a:ext uri="{FF2B5EF4-FFF2-40B4-BE49-F238E27FC236}">
                <a16:creationId xmlns:a16="http://schemas.microsoft.com/office/drawing/2014/main" id="{B43B3439-0F5D-1A02-241E-5F92F81F7D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831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/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1742300" y="1844825"/>
            <a:ext cx="91251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machine learning models.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privacy protection.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Sensitive data can be leaked.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risk of attacks.</a:t>
            </a:r>
          </a:p>
          <a:p>
            <a:pPr marL="457200" lvl="0" indent="-355600">
              <a:lnSpc>
                <a:spcPct val="20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robustness against adversarial threats.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2351575" y="1702375"/>
            <a:ext cx="75033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Multi-Objective Autoencoder framework.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privacy-preserving representations.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Optimizes reconstruction and privacy simultaneously.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robust features for classification.</a:t>
            </a:r>
          </a:p>
          <a:p>
            <a:pPr marL="457200" lvl="0" indent="-355600">
              <a:lnSpc>
                <a:spcPct val="150000"/>
              </a:lnSpc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 with improved data security.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2063550" y="1727025"/>
            <a:ext cx="82728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Enhances privacy in machine learning.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Protects confidential user information.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Maintains strong prediction performance.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Generates robust feature representations.</a:t>
            </a:r>
          </a:p>
          <a:p>
            <a:pPr marL="457200" lvl="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Suitable for real-world secure AI systems.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1631504" y="1658731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Federated learning integration.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Differential privacy techniques.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Blockchain-based secure data sharing.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Real-time deployment on edge devices.</a:t>
            </a:r>
          </a:p>
          <a:p>
            <a:pPr lvl="0" indent="-355600" algn="just">
              <a:lnSpc>
                <a:spcPct val="150000"/>
              </a:lnSpc>
              <a:buSzPts val="20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Support for multimodal datasets.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389</Words>
  <Application>Microsoft Office PowerPoint</Application>
  <PresentationFormat>Widescreen</PresentationFormat>
  <Paragraphs>75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Office Theme</vt:lpstr>
      <vt:lpstr>1_Office Theme</vt:lpstr>
      <vt:lpstr>2_Office Theme</vt:lpstr>
      <vt:lpstr>PowerPoint Presentation</vt:lpstr>
      <vt:lpstr>PRESENTATION OVERVIEW</vt:lpstr>
      <vt:lpstr>ABSTRACT </vt:lpstr>
      <vt:lpstr>OBJECTIVE </vt:lpstr>
      <vt:lpstr>PowerPoint Presentation</vt:lpstr>
      <vt:lpstr>                       LITERATURE SURVEY         </vt:lpstr>
      <vt:lpstr>                               RESEARCH METHODOLOGY  </vt:lpstr>
      <vt:lpstr>EXISTING SYSTEM</vt:lpstr>
      <vt:lpstr>PROPOSED SYSTEM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 LAKSHMI</dc:creator>
  <cp:lastModifiedBy>KAVILAKSHMI B</cp:lastModifiedBy>
  <cp:revision>3</cp:revision>
  <dcterms:modified xsi:type="dcterms:W3CDTF">2026-10-12T03:53:06Z</dcterms:modified>
</cp:coreProperties>
</file>